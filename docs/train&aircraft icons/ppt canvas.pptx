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49" d="100"/>
          <a:sy n="49" d="100"/>
        </p:scale>
        <p:origin x="939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3DFA8-31B2-070C-1BF4-178C5ABC0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CF277F-2487-C423-AE7B-390622C6B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62CF7-7F1B-29DC-DC71-95EB3AE6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92565C-17FE-24C2-E659-E9FBB6DFF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443FE8-4106-B714-3201-AB614252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2624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1FFB7-67BB-3AC0-89D2-0C968AED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306BBF-6F7B-CBA0-2DAA-A6707966B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4A7AB-8D2E-D92B-0285-91D46C112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162141-7329-0EED-4EA9-BA8E9BB4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FC9926-8148-492E-2BFE-227460C6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889048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EF305-A02E-C693-C7B3-18666B40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551FE9-B921-B24A-607A-8562A7CD1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A4DB0E-A40D-94B9-13DE-64C74BF3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C23BD6-962E-EDEA-A0EB-11F3E6CEF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319960-3D9B-FD13-F0BA-421DF178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49496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2C692-549C-E9AC-3ADB-1442F5FA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DEA00F-A7D4-5A41-5D9C-002CFA8C5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11EFC2-0A1F-6DE7-5DAC-B66E5A2D2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300828-48F8-B2F8-514F-2420D8292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C718D2-105E-3922-FE8F-18FFAB4B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FD1E1A-4EDD-4AB0-7B79-DE18D298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874371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9D717-89E8-8662-3643-F94403C98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59DE6D-D388-F168-1B5D-8BEAE1A61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5704B-2549-1577-6679-B8C84F296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338299-10A7-421E-74F2-6212A9E60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B321CA-D3F3-3957-217C-4D9F4CE26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9D65E0-22B8-288E-9A90-1DCD0F5FB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E2E34C-357F-2E40-4FC6-F5AB1023E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40BA11-B9DA-28F3-B054-0F7FF1E4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32481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0D738-EFB9-851A-6BF6-95375AD7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90BA9D-5F3C-7F29-3929-A9AFDF814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8A9AFE-0ECB-9E83-AC01-D2C9326D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92A8A6-2422-7296-A481-94F531F7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18513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45AFF8-AB28-A466-7B79-4AD4875D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9F76F1-8614-578F-D032-C0CA2DA0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B7CB5C-BA75-2070-B329-C7DD79F4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411384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AF76D4-23DA-2DB1-B4AC-0E7D7A789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01C38F-C98E-B4E0-DBB0-440664B5D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D97BC9-2EEC-9703-8EB3-32C065B13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C0965E-269F-D963-9234-39512E791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8E5D83-05B2-B6BD-6297-F85359AC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1A1E80-2207-974D-271D-83ADC17E9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4816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60D4C-2152-A5B7-9C0B-34035444C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01CFFE-6B62-5E97-7DF3-89DF45B2E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BAB283-4456-DABD-2E33-7A8F93D23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C8E2C4-0C6B-5313-92BF-E696DCB5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E28E7F-4595-E32D-C6DF-9D17F962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1E413-29D9-84D9-A20A-5D145B9E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2186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5DF8B-0DDD-D47D-C16B-C127EF327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24B82F-045C-5BDF-7526-B01AA5DC2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40E4D-13A3-D887-EDC1-C10E8BD67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27ACE-25D5-8065-BEDC-13B31197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DD3638-C4C5-0161-C213-428E7252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44397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6D22BA-D946-E2D2-A913-A91B4062E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8BA834-1992-0577-6CE9-C8830F96C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3DB67-1EE6-66F5-43B7-F0072053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809975-E4A9-0969-0EA2-55D77CA4D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2ED776-3BCA-8FD0-D452-E97CF6B7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73356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A491CA-39A8-850C-2E74-FDD3701D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D21EE2-6BFD-BC35-4964-7BE7CDC8A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B46037-D650-6AA5-221A-238A38461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605E4-B377-4917-B1C5-44F5C855D813}" type="datetimeFigureOut">
              <a:rPr lang="zh-SG" altLang="en-US" smtClean="0"/>
              <a:t>3/5/2026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E665E2-E13C-EDE6-D877-A0B3CA003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EE61C8-157F-20FC-96A8-98196E7AE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6958E-601E-4350-85A9-CA90F8694B8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65994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2682604-440F-6FAC-86E8-EED5FCCB0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292" y="0"/>
            <a:ext cx="7390163" cy="685800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D4A93931-B5C4-0E9F-FAB3-05550D29EA49}"/>
              </a:ext>
            </a:extLst>
          </p:cNvPr>
          <p:cNvGrpSpPr/>
          <p:nvPr/>
        </p:nvGrpSpPr>
        <p:grpSpPr>
          <a:xfrm>
            <a:off x="1103383" y="1265274"/>
            <a:ext cx="4527373" cy="4527373"/>
            <a:chOff x="1103383" y="1265274"/>
            <a:chExt cx="4527373" cy="452737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8B46A86-1055-6B27-A214-AAE0F3DEECF2}"/>
                </a:ext>
              </a:extLst>
            </p:cNvPr>
            <p:cNvSpPr/>
            <p:nvPr/>
          </p:nvSpPr>
          <p:spPr>
            <a:xfrm>
              <a:off x="1103383" y="1265274"/>
              <a:ext cx="4527373" cy="4527373"/>
            </a:xfrm>
            <a:prstGeom prst="roundRect">
              <a:avLst>
                <a:gd name="adj" fmla="val 10919"/>
              </a:avLst>
            </a:prstGeom>
            <a:noFill/>
            <a:ln w="2540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SG" altLang="en-US"/>
            </a:p>
          </p:txBody>
        </p:sp>
        <p:pic>
          <p:nvPicPr>
            <p:cNvPr id="8" name="图形 7">
              <a:extLst>
                <a:ext uri="{FF2B5EF4-FFF2-40B4-BE49-F238E27FC236}">
                  <a16:creationId xmlns:a16="http://schemas.microsoft.com/office/drawing/2014/main" id="{C692DF6C-E59F-E534-A225-7094D781FF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80909" y="1742800"/>
              <a:ext cx="3572320" cy="3572320"/>
            </a:xfrm>
            <a:prstGeom prst="rect">
              <a:avLst/>
            </a:prstGeom>
          </p:spPr>
        </p:pic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A45EB185-8535-EDFA-1AC9-EE00449AB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543" y="0"/>
            <a:ext cx="6421582" cy="6858000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7291A1E9-8F34-3AA8-EA74-BB67EF6F1DB9}"/>
              </a:ext>
            </a:extLst>
          </p:cNvPr>
          <p:cNvGrpSpPr/>
          <p:nvPr/>
        </p:nvGrpSpPr>
        <p:grpSpPr>
          <a:xfrm>
            <a:off x="7787691" y="1067817"/>
            <a:ext cx="4527373" cy="4527373"/>
            <a:chOff x="7787691" y="1067817"/>
            <a:chExt cx="4527373" cy="4527373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B8961B2-0716-6666-B789-CAE2314C8A4E}"/>
                </a:ext>
              </a:extLst>
            </p:cNvPr>
            <p:cNvSpPr/>
            <p:nvPr/>
          </p:nvSpPr>
          <p:spPr>
            <a:xfrm>
              <a:off x="7787691" y="1067817"/>
              <a:ext cx="4527373" cy="4527373"/>
            </a:xfrm>
            <a:prstGeom prst="roundRect">
              <a:avLst>
                <a:gd name="adj" fmla="val 10919"/>
              </a:avLst>
            </a:prstGeom>
            <a:noFill/>
            <a:ln w="2540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SG" altLang="en-US"/>
            </a:p>
          </p:txBody>
        </p:sp>
        <p:pic>
          <p:nvPicPr>
            <p:cNvPr id="15" name="图形 14">
              <a:extLst>
                <a:ext uri="{FF2B5EF4-FFF2-40B4-BE49-F238E27FC236}">
                  <a16:creationId xmlns:a16="http://schemas.microsoft.com/office/drawing/2014/main" id="{E2C29293-757B-B308-EAAB-887997A6F8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65217" y="1545343"/>
              <a:ext cx="3572320" cy="3572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429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5783EF12-5DD5-987D-D06C-D86CB45E9C03}"/>
              </a:ext>
            </a:extLst>
          </p:cNvPr>
          <p:cNvGrpSpPr/>
          <p:nvPr/>
        </p:nvGrpSpPr>
        <p:grpSpPr>
          <a:xfrm>
            <a:off x="-2724150" y="0"/>
            <a:ext cx="13132684" cy="4941652"/>
            <a:chOff x="0" y="0"/>
            <a:chExt cx="6566342" cy="247082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9E72182-7F44-E9FC-3B89-39018763F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89" b="78724"/>
            <a:stretch>
              <a:fillRect/>
            </a:stretch>
          </p:blipFill>
          <p:spPr>
            <a:xfrm>
              <a:off x="0" y="0"/>
              <a:ext cx="6566342" cy="134241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C2909B7-E80E-18CE-467F-EA87DE924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1461" b="10312"/>
            <a:stretch>
              <a:fillRect/>
            </a:stretch>
          </p:blipFill>
          <p:spPr>
            <a:xfrm>
              <a:off x="0" y="1342418"/>
              <a:ext cx="6566342" cy="1128408"/>
            </a:xfrm>
            <a:prstGeom prst="rect">
              <a:avLst/>
            </a:prstGeom>
          </p:spPr>
        </p:pic>
      </p:grpSp>
      <p:pic>
        <p:nvPicPr>
          <p:cNvPr id="20" name="图形 19">
            <a:extLst>
              <a:ext uri="{FF2B5EF4-FFF2-40B4-BE49-F238E27FC236}">
                <a16:creationId xmlns:a16="http://schemas.microsoft.com/office/drawing/2014/main" id="{6D1AE451-5AEC-8F4D-13C2-DD3AD9A791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6336" y="3759065"/>
            <a:ext cx="413553" cy="41355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BFD349E-5843-501E-A2D5-B31338FEEBF0}"/>
              </a:ext>
            </a:extLst>
          </p:cNvPr>
          <p:cNvSpPr txBox="1"/>
          <p:nvPr/>
        </p:nvSpPr>
        <p:spPr>
          <a:xfrm>
            <a:off x="2286681" y="3661805"/>
            <a:ext cx="1903085" cy="607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禄口机场</a:t>
            </a:r>
            <a:endParaRPr lang="zh-SG" altLang="en-US" sz="3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形 21">
            <a:extLst>
              <a:ext uri="{FF2B5EF4-FFF2-40B4-BE49-F238E27FC236}">
                <a16:creationId xmlns:a16="http://schemas.microsoft.com/office/drawing/2014/main" id="{9F4D4EA1-1C4E-9344-AED6-6CF126F67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3957" y="853250"/>
            <a:ext cx="413553" cy="41355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2E45FEA6-51A2-1A2C-81B5-69200EA9821E}"/>
              </a:ext>
            </a:extLst>
          </p:cNvPr>
          <p:cNvSpPr txBox="1"/>
          <p:nvPr/>
        </p:nvSpPr>
        <p:spPr>
          <a:xfrm>
            <a:off x="2624302" y="755990"/>
            <a:ext cx="1903085" cy="607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南京南站</a:t>
            </a:r>
            <a:endParaRPr lang="zh-SG" altLang="en-US" sz="3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556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7911-628A-0B7A-9CC5-E3CB31F5B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242DF66-4A92-F717-DB71-D1B53D686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292" y="0"/>
            <a:ext cx="7390163" cy="685800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699AA0C-3AB9-878E-DBF3-807FFF7596BF}"/>
              </a:ext>
            </a:extLst>
          </p:cNvPr>
          <p:cNvGrpSpPr/>
          <p:nvPr/>
        </p:nvGrpSpPr>
        <p:grpSpPr>
          <a:xfrm>
            <a:off x="1103383" y="1265274"/>
            <a:ext cx="4527373" cy="4527373"/>
            <a:chOff x="1103383" y="1265274"/>
            <a:chExt cx="4527373" cy="452737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7DDF2D2-5FF1-8C3B-3281-C6F39D0E18C7}"/>
                </a:ext>
              </a:extLst>
            </p:cNvPr>
            <p:cNvSpPr/>
            <p:nvPr/>
          </p:nvSpPr>
          <p:spPr>
            <a:xfrm>
              <a:off x="1103383" y="1265274"/>
              <a:ext cx="4527373" cy="4527373"/>
            </a:xfrm>
            <a:prstGeom prst="roundRect">
              <a:avLst>
                <a:gd name="adj" fmla="val 10919"/>
              </a:avLst>
            </a:prstGeom>
            <a:noFill/>
            <a:ln w="1905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SG" altLang="en-US"/>
            </a:p>
          </p:txBody>
        </p:sp>
        <p:pic>
          <p:nvPicPr>
            <p:cNvPr id="8" name="图形 7">
              <a:extLst>
                <a:ext uri="{FF2B5EF4-FFF2-40B4-BE49-F238E27FC236}">
                  <a16:creationId xmlns:a16="http://schemas.microsoft.com/office/drawing/2014/main" id="{D5E735D2-04D1-4674-04A7-DF795B2C3F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80909" y="1742800"/>
              <a:ext cx="3572320" cy="3572320"/>
            </a:xfrm>
            <a:prstGeom prst="rect">
              <a:avLst/>
            </a:prstGeom>
          </p:spPr>
        </p:pic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83DC2825-0107-2E1F-06AF-5AD5ED0D4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543" y="0"/>
            <a:ext cx="6421582" cy="68580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7814559E-B2DE-D08B-D4BC-0745724ED4DA}"/>
              </a:ext>
            </a:extLst>
          </p:cNvPr>
          <p:cNvGrpSpPr/>
          <p:nvPr/>
        </p:nvGrpSpPr>
        <p:grpSpPr>
          <a:xfrm>
            <a:off x="7787691" y="1086370"/>
            <a:ext cx="4527373" cy="4527373"/>
            <a:chOff x="7787691" y="1086370"/>
            <a:chExt cx="4527373" cy="4527373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26F3E23F-5EA7-5889-FFBB-EA970F583844}"/>
                </a:ext>
              </a:extLst>
            </p:cNvPr>
            <p:cNvSpPr/>
            <p:nvPr/>
          </p:nvSpPr>
          <p:spPr>
            <a:xfrm>
              <a:off x="7787691" y="1086370"/>
              <a:ext cx="4527373" cy="4527373"/>
            </a:xfrm>
            <a:prstGeom prst="roundRect">
              <a:avLst>
                <a:gd name="adj" fmla="val 10919"/>
              </a:avLst>
            </a:prstGeom>
            <a:noFill/>
            <a:ln w="1905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SG" altLang="en-US"/>
            </a:p>
          </p:txBody>
        </p:sp>
        <p:pic>
          <p:nvPicPr>
            <p:cNvPr id="3" name="图形 2">
              <a:extLst>
                <a:ext uri="{FF2B5EF4-FFF2-40B4-BE49-F238E27FC236}">
                  <a16:creationId xmlns:a16="http://schemas.microsoft.com/office/drawing/2014/main" id="{D55A0152-B377-FED4-62E7-E0ACFB29BF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65217" y="1563896"/>
              <a:ext cx="3572320" cy="3572320"/>
            </a:xfrm>
            <a:prstGeom prst="rect">
              <a:avLst/>
            </a:prstGeom>
          </p:spPr>
        </p:pic>
      </p:grp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E520B2B4-FA0A-1F22-6877-D200B74F85B4}"/>
              </a:ext>
            </a:extLst>
          </p:cNvPr>
          <p:cNvSpPr/>
          <p:nvPr/>
        </p:nvSpPr>
        <p:spPr>
          <a:xfrm>
            <a:off x="5735102" y="5467827"/>
            <a:ext cx="2986392" cy="1341535"/>
          </a:xfrm>
          <a:prstGeom prst="wedgeRoundRectCallout">
            <a:avLst>
              <a:gd name="adj1" fmla="val -30930"/>
              <a:gd name="adj2" fmla="val -6731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制作字体的是第一张幻灯片，但是发现明显比实际情况看起来宽，所以缩小到 </a:t>
            </a:r>
            <a:r>
              <a:rPr lang="en-US" altLang="zh-CN" dirty="0">
                <a:solidFill>
                  <a:sysClr val="windowText" lastClr="000000"/>
                </a:solidFill>
              </a:rPr>
              <a:t>15</a:t>
            </a:r>
            <a:r>
              <a:rPr lang="zh-CN" altLang="en-US" dirty="0">
                <a:solidFill>
                  <a:sysClr val="windowText" lastClr="000000"/>
                </a:solidFill>
              </a:rPr>
              <a:t>磅</a:t>
            </a:r>
            <a:endParaRPr lang="zh-SG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74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</Words>
  <Application>Microsoft Office PowerPoint</Application>
  <PresentationFormat>宽屏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微软雅黑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Umamichi Kagurazaka</dc:creator>
  <cp:lastModifiedBy>Umamichi Kagurazaka</cp:lastModifiedBy>
  <cp:revision>8</cp:revision>
  <dcterms:created xsi:type="dcterms:W3CDTF">2026-05-02T07:13:55Z</dcterms:created>
  <dcterms:modified xsi:type="dcterms:W3CDTF">2026-05-03T14:53:40Z</dcterms:modified>
</cp:coreProperties>
</file>