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S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>
        <p:scale>
          <a:sx n="165" d="100"/>
          <a:sy n="165" d="100"/>
        </p:scale>
        <p:origin x="-951" y="-25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C3DFA8-31B2-070C-1BF4-178C5ABC08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9CF277F-2487-C423-AE7B-390622C6B0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SG" alt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62CF7-7F1B-29DC-DC71-95EB3AE61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605E4-B377-4917-B1C5-44F5C855D813}" type="datetimeFigureOut">
              <a:rPr lang="zh-SG" altLang="en-US" smtClean="0"/>
              <a:t>2/5/2026</a:t>
            </a:fld>
            <a:endParaRPr lang="zh-SG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92565C-17FE-24C2-E659-E9FBB6DFF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D443FE8-4106-B714-3201-AB614252E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6958E-601E-4350-85A9-CA90F8694B8F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3262444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91FFB7-67BB-3AC0-89D2-0C968AED2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306BBF-6F7B-CBA0-2DAA-A6707966B1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84A7AB-8D2E-D92B-0285-91D46C112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605E4-B377-4917-B1C5-44F5C855D813}" type="datetimeFigureOut">
              <a:rPr lang="zh-SG" altLang="en-US" smtClean="0"/>
              <a:t>2/5/2026</a:t>
            </a:fld>
            <a:endParaRPr lang="zh-SG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D162141-7329-0EED-4EA9-BA8E9BB47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CFC9926-8148-492E-2BFE-227460C6D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6958E-601E-4350-85A9-CA90F8694B8F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2889048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AEF305-A02E-C693-C7B3-18666B40F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2551FE9-B921-B24A-607A-8562A7CD1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A4DB0E-A40D-94B9-13DE-64C74BF3D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605E4-B377-4917-B1C5-44F5C855D813}" type="datetimeFigureOut">
              <a:rPr lang="zh-SG" altLang="en-US" smtClean="0"/>
              <a:t>2/5/2026</a:t>
            </a:fld>
            <a:endParaRPr lang="zh-SG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C23BD6-962E-EDEA-A0EB-11F3E6CEF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319960-3D9B-FD13-F0BA-421DF178B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6958E-601E-4350-85A9-CA90F8694B8F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1494962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12C692-549C-E9AC-3ADB-1442F5FAD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DEA00F-A7D4-5A41-5D9C-002CFA8C5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D11EFC2-0A1F-6DE7-5DAC-B66E5A2D2A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7300828-48F8-B2F8-514F-2420D8292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605E4-B377-4917-B1C5-44F5C855D813}" type="datetimeFigureOut">
              <a:rPr lang="zh-SG" altLang="en-US" smtClean="0"/>
              <a:t>2/5/2026</a:t>
            </a:fld>
            <a:endParaRPr lang="zh-SG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C718D2-105E-3922-FE8F-18FFAB4B3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2FD1E1A-4EDD-4AB0-7B79-DE18D2983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6958E-601E-4350-85A9-CA90F8694B8F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1874371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89D717-89E8-8662-3643-F94403C98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C59DE6D-D388-F168-1B5D-8BEAE1A61B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7E5704B-2549-1577-6679-B8C84F296F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1338299-10A7-421E-74F2-6212A9E607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9B321CA-D3F3-3957-217C-4D9F4CE26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E9D65E0-22B8-288E-9A90-1DCD0F5FB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605E4-B377-4917-B1C5-44F5C855D813}" type="datetimeFigureOut">
              <a:rPr lang="zh-SG" altLang="en-US" smtClean="0"/>
              <a:t>2/5/2026</a:t>
            </a:fld>
            <a:endParaRPr lang="zh-SG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3E2E34C-357F-2E40-4FC6-F5AB1023E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340BA11-B9DA-28F3-B054-0F7FF1E49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6958E-601E-4350-85A9-CA90F8694B8F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3032481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0D738-EFB9-851A-6BF6-95375AD77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290BA9D-5F3C-7F29-3929-A9AFDF814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605E4-B377-4917-B1C5-44F5C855D813}" type="datetimeFigureOut">
              <a:rPr lang="zh-SG" altLang="en-US" smtClean="0"/>
              <a:t>2/5/2026</a:t>
            </a:fld>
            <a:endParaRPr lang="zh-SG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58A9AFE-0ECB-9E83-AC01-D2C9326D0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992A8A6-2422-7296-A481-94F531F74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6958E-601E-4350-85A9-CA90F8694B8F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2185136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445AFF8-AB28-A466-7B79-4AD4875D6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605E4-B377-4917-B1C5-44F5C855D813}" type="datetimeFigureOut">
              <a:rPr lang="zh-SG" altLang="en-US" smtClean="0"/>
              <a:t>2/5/2026</a:t>
            </a:fld>
            <a:endParaRPr lang="zh-SG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99F76F1-8614-578F-D032-C0CA2DA00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0B7CB5C-BA75-2070-B329-C7DD79F47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6958E-601E-4350-85A9-CA90F8694B8F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1411384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AF76D4-23DA-2DB1-B4AC-0E7D7A789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01C38F-C98E-B4E0-DBB0-440664B5D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BD97BC9-2EEC-9703-8EB3-32C065B13A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5C0965E-269F-D963-9234-39512E791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605E4-B377-4917-B1C5-44F5C855D813}" type="datetimeFigureOut">
              <a:rPr lang="zh-SG" altLang="en-US" smtClean="0"/>
              <a:t>2/5/2026</a:t>
            </a:fld>
            <a:endParaRPr lang="zh-SG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78E5D83-05B2-B6BD-6297-F85359ACB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51A1E80-2207-974D-271D-83ADC17E9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6958E-601E-4350-85A9-CA90F8694B8F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27481649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B60D4C-2152-A5B7-9C0B-34035444C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F01CFFE-6B62-5E97-7DF3-89DF45B2ED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SG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6BAB283-4456-DABD-2E33-7A8F93D238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9C8E2C4-0C6B-5313-92BF-E696DCB5C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605E4-B377-4917-B1C5-44F5C855D813}" type="datetimeFigureOut">
              <a:rPr lang="zh-SG" altLang="en-US" smtClean="0"/>
              <a:t>2/5/2026</a:t>
            </a:fld>
            <a:endParaRPr lang="zh-SG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0E28E7F-4595-E32D-C6DF-9D17F962D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D1E413-29D9-84D9-A20A-5D145B9ED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6958E-601E-4350-85A9-CA90F8694B8F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3021862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B5DF8B-0DDD-D47D-C16B-C127EF327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424B82F-045C-5BDF-7526-B01AA5DC22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AF40E4D-13A3-D887-EDC1-C10E8BD67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605E4-B377-4917-B1C5-44F5C855D813}" type="datetimeFigureOut">
              <a:rPr lang="zh-SG" altLang="en-US" smtClean="0"/>
              <a:t>2/5/2026</a:t>
            </a:fld>
            <a:endParaRPr lang="zh-SG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B27ACE-25D5-8065-BEDC-13B311972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DDD3638-C4C5-0161-C213-428E7252F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6958E-601E-4350-85A9-CA90F8694B8F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1443977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F6D22BA-D946-E2D2-A913-A91B4062E7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38BA834-1992-0577-6CE9-C8830F96C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273DB67-1EE6-66F5-43B7-F00720534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605E4-B377-4917-B1C5-44F5C855D813}" type="datetimeFigureOut">
              <a:rPr lang="zh-SG" altLang="en-US" smtClean="0"/>
              <a:t>2/5/2026</a:t>
            </a:fld>
            <a:endParaRPr lang="zh-SG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3809975-E4A9-0969-0EA2-55D77CA4D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2ED776-3BCA-8FD0-D452-E97CF6B77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6958E-601E-4350-85A9-CA90F8694B8F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3733567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DA491CA-39A8-850C-2E74-FDD3701D9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BD21EE2-6BFD-BC35-4964-7BE7CDC8A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B46037-D650-6AA5-221A-238A38461B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D605E4-B377-4917-B1C5-44F5C855D813}" type="datetimeFigureOut">
              <a:rPr lang="zh-SG" altLang="en-US" smtClean="0"/>
              <a:t>2/5/2026</a:t>
            </a:fld>
            <a:endParaRPr lang="zh-SG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E665E2-E13C-EDE6-D877-A0B3CA0032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SG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EE61C8-157F-20FC-96A8-98196E7AE7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86958E-601E-4350-85A9-CA90F8694B8F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659941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S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2682604-440F-6FAC-86E8-EED5FCCB0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2292" y="0"/>
            <a:ext cx="7390163" cy="6858000"/>
          </a:xfrm>
          <a:prstGeom prst="rect">
            <a:avLst/>
          </a:prstGeom>
        </p:spPr>
      </p:pic>
      <p:grpSp>
        <p:nvGrpSpPr>
          <p:cNvPr id="16" name="组合 15">
            <a:extLst>
              <a:ext uri="{FF2B5EF4-FFF2-40B4-BE49-F238E27FC236}">
                <a16:creationId xmlns:a16="http://schemas.microsoft.com/office/drawing/2014/main" id="{D4A93931-B5C4-0E9F-FAB3-05550D29EA49}"/>
              </a:ext>
            </a:extLst>
          </p:cNvPr>
          <p:cNvGrpSpPr/>
          <p:nvPr/>
        </p:nvGrpSpPr>
        <p:grpSpPr>
          <a:xfrm>
            <a:off x="1103383" y="1265274"/>
            <a:ext cx="4527373" cy="4527373"/>
            <a:chOff x="1103383" y="1265274"/>
            <a:chExt cx="4527373" cy="4527373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E8B46A86-1055-6B27-A214-AAE0F3DEECF2}"/>
                </a:ext>
              </a:extLst>
            </p:cNvPr>
            <p:cNvSpPr/>
            <p:nvPr/>
          </p:nvSpPr>
          <p:spPr>
            <a:xfrm>
              <a:off x="1103383" y="1265274"/>
              <a:ext cx="4527373" cy="4527373"/>
            </a:xfrm>
            <a:prstGeom prst="roundRect">
              <a:avLst>
                <a:gd name="adj" fmla="val 10919"/>
              </a:avLst>
            </a:prstGeom>
            <a:noFill/>
            <a:ln w="2540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SG" altLang="en-US"/>
            </a:p>
          </p:txBody>
        </p:sp>
        <p:pic>
          <p:nvPicPr>
            <p:cNvPr id="8" name="图形 7">
              <a:extLst>
                <a:ext uri="{FF2B5EF4-FFF2-40B4-BE49-F238E27FC236}">
                  <a16:creationId xmlns:a16="http://schemas.microsoft.com/office/drawing/2014/main" id="{C692DF6C-E59F-E534-A225-7094D781FF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80909" y="1742800"/>
              <a:ext cx="3572320" cy="3572320"/>
            </a:xfrm>
            <a:prstGeom prst="rect">
              <a:avLst/>
            </a:prstGeom>
          </p:spPr>
        </p:pic>
      </p:grpSp>
      <p:pic>
        <p:nvPicPr>
          <p:cNvPr id="12" name="图片 11">
            <a:extLst>
              <a:ext uri="{FF2B5EF4-FFF2-40B4-BE49-F238E27FC236}">
                <a16:creationId xmlns:a16="http://schemas.microsoft.com/office/drawing/2014/main" id="{A45EB185-8535-EDFA-1AC9-EE00449AB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9543" y="0"/>
            <a:ext cx="6421582" cy="6858000"/>
          </a:xfrm>
          <a:prstGeom prst="rect">
            <a:avLst/>
          </a:prstGeom>
        </p:spPr>
      </p:pic>
      <p:grpSp>
        <p:nvGrpSpPr>
          <p:cNvPr id="17" name="组合 16">
            <a:extLst>
              <a:ext uri="{FF2B5EF4-FFF2-40B4-BE49-F238E27FC236}">
                <a16:creationId xmlns:a16="http://schemas.microsoft.com/office/drawing/2014/main" id="{7291A1E9-8F34-3AA8-EA74-BB67EF6F1DB9}"/>
              </a:ext>
            </a:extLst>
          </p:cNvPr>
          <p:cNvGrpSpPr/>
          <p:nvPr/>
        </p:nvGrpSpPr>
        <p:grpSpPr>
          <a:xfrm>
            <a:off x="7787691" y="1067817"/>
            <a:ext cx="4527373" cy="4527373"/>
            <a:chOff x="7787691" y="1067817"/>
            <a:chExt cx="4527373" cy="4527373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8B8961B2-0716-6666-B789-CAE2314C8A4E}"/>
                </a:ext>
              </a:extLst>
            </p:cNvPr>
            <p:cNvSpPr/>
            <p:nvPr/>
          </p:nvSpPr>
          <p:spPr>
            <a:xfrm>
              <a:off x="7787691" y="1067817"/>
              <a:ext cx="4527373" cy="4527373"/>
            </a:xfrm>
            <a:prstGeom prst="roundRect">
              <a:avLst>
                <a:gd name="adj" fmla="val 10919"/>
              </a:avLst>
            </a:prstGeom>
            <a:noFill/>
            <a:ln w="2540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SG" altLang="en-US"/>
            </a:p>
          </p:txBody>
        </p:sp>
        <p:pic>
          <p:nvPicPr>
            <p:cNvPr id="15" name="图形 14">
              <a:extLst>
                <a:ext uri="{FF2B5EF4-FFF2-40B4-BE49-F238E27FC236}">
                  <a16:creationId xmlns:a16="http://schemas.microsoft.com/office/drawing/2014/main" id="{E2C29293-757B-B308-EAAB-887997A6F8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65217" y="1545343"/>
              <a:ext cx="3572320" cy="3572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74293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5783EF12-5DD5-987D-D06C-D86CB45E9C03}"/>
              </a:ext>
            </a:extLst>
          </p:cNvPr>
          <p:cNvGrpSpPr/>
          <p:nvPr/>
        </p:nvGrpSpPr>
        <p:grpSpPr>
          <a:xfrm>
            <a:off x="-2724150" y="0"/>
            <a:ext cx="13132684" cy="4941652"/>
            <a:chOff x="0" y="0"/>
            <a:chExt cx="6566342" cy="2470826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49E72182-7F44-E9FC-3B89-39018763FA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489" b="78724"/>
            <a:stretch>
              <a:fillRect/>
            </a:stretch>
          </p:blipFill>
          <p:spPr>
            <a:xfrm>
              <a:off x="0" y="0"/>
              <a:ext cx="6566342" cy="1342418"/>
            </a:xfrm>
            <a:prstGeom prst="rect">
              <a:avLst/>
            </a:prstGeom>
          </p:spPr>
        </p:pic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9C2909B7-E80E-18CE-467F-EA87DE924D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1461" b="10312"/>
            <a:stretch>
              <a:fillRect/>
            </a:stretch>
          </p:blipFill>
          <p:spPr>
            <a:xfrm>
              <a:off x="0" y="1342418"/>
              <a:ext cx="6566342" cy="1128408"/>
            </a:xfrm>
            <a:prstGeom prst="rect">
              <a:avLst/>
            </a:prstGeom>
          </p:spPr>
        </p:pic>
      </p:grpSp>
      <p:pic>
        <p:nvPicPr>
          <p:cNvPr id="20" name="图形 19">
            <a:extLst>
              <a:ext uri="{FF2B5EF4-FFF2-40B4-BE49-F238E27FC236}">
                <a16:creationId xmlns:a16="http://schemas.microsoft.com/office/drawing/2014/main" id="{6D1AE451-5AEC-8F4D-13C2-DD3AD9A791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86336" y="3759065"/>
            <a:ext cx="413553" cy="413553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5BFD349E-5843-501E-A2D5-B31338FEEBF0}"/>
              </a:ext>
            </a:extLst>
          </p:cNvPr>
          <p:cNvSpPr txBox="1"/>
          <p:nvPr/>
        </p:nvSpPr>
        <p:spPr>
          <a:xfrm>
            <a:off x="2286681" y="3661805"/>
            <a:ext cx="1903085" cy="6078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35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禄口机场</a:t>
            </a:r>
            <a:endParaRPr lang="zh-SG" altLang="en-US" sz="335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2" name="图形 21">
            <a:extLst>
              <a:ext uri="{FF2B5EF4-FFF2-40B4-BE49-F238E27FC236}">
                <a16:creationId xmlns:a16="http://schemas.microsoft.com/office/drawing/2014/main" id="{9F4D4EA1-1C4E-9344-AED6-6CF126F673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23957" y="853250"/>
            <a:ext cx="413553" cy="413553"/>
          </a:xfrm>
          <a:prstGeom prst="rect">
            <a:avLst/>
          </a:prstGeom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2E45FEA6-51A2-1A2C-81B5-69200EA9821E}"/>
              </a:ext>
            </a:extLst>
          </p:cNvPr>
          <p:cNvSpPr txBox="1"/>
          <p:nvPr/>
        </p:nvSpPr>
        <p:spPr>
          <a:xfrm>
            <a:off x="2624302" y="755990"/>
            <a:ext cx="1903085" cy="6078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35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南京南站</a:t>
            </a:r>
            <a:endParaRPr lang="zh-SG" altLang="en-US" sz="335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55563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4</Words>
  <Application>Microsoft Office PowerPoint</Application>
  <PresentationFormat>宽屏</PresentationFormat>
  <Paragraphs>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微软雅黑</vt:lpstr>
      <vt:lpstr>Aptos</vt:lpstr>
      <vt:lpstr>Aptos Display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Umamichi Kagurazaka</dc:creator>
  <cp:lastModifiedBy>Umamichi Kagurazaka</cp:lastModifiedBy>
  <cp:revision>5</cp:revision>
  <dcterms:created xsi:type="dcterms:W3CDTF">2026-05-02T07:13:55Z</dcterms:created>
  <dcterms:modified xsi:type="dcterms:W3CDTF">2026-05-02T07:38:13Z</dcterms:modified>
</cp:coreProperties>
</file>